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B3DE"/>
                </a:solidFill>
              </a:rPr>
              <a:t>CS OS PROJECT REVIEW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Context-Aware CPU Scheduling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D2EA"/>
                </a:solidFill>
              </a:rPr>
              <a:t>for Heterogeneous Workloads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8D6"/>
                </a:solidFill>
              </a:rPr>
              <a:t>From proposed pipeline to working prototype: a heuristic classifier and adaptive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8D6"/>
                </a:solidFill>
              </a:rPr>
              <a:t>quantum mapper, implemented and benchmarked against a fixed-quantum baseline.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C"/>
                </a:solidFill>
              </a:rPr>
              <a:t>Operating Systems  |  Module 3 — Scheduling (CO2)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Review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</a:rPr>
              <a:t>RECAP FROM REVIEW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The Gap We're Targeting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No task-type awareness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</a:rPr>
              <a:t>Batch, interactive, and latency-sensitive tasks are dispatched identically.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Static quantum sizing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</a:rPr>
              <a:t>One time-slice length is forced onto very different task shapes.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Reactive, not predictive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</a:rPr>
              <a:t>Classical MLFQ demotes a task only after it has already misbehaved.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F2A44"/>
                </a:solidFill>
              </a:rPr>
              <a:t>Proposed direction: a lightweight classifier in front of the existing scheduler — no ML, no kernel rewrite — that observes behaviour, classifies task type, and adapts the quantum accordingly.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</a:rPr>
              <a:t>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Detailed Architecture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Task Arrives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New/existing task becomes runnable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69164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52928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44368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Signal Collector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Samples I/O-wait ratio, burst length,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wake-up frequency, CPU share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169164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11496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7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02936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Heuristic Classifier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Threshold rules -&gt; batch / interactive /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latency-sensitive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077456" y="169164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70064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7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61504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Quantum Mapper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Class -&gt; quantum (ms) / cgroup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2"/>
                </a:solidFill>
              </a:rPr>
              <a:t>nice-weight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169164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28632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F2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20072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Linux CFS (cgroups)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2130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7D2EA"/>
                </a:solidFill>
              </a:rPr>
              <a:t>Task re-tagged, dispatched with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7D2EA"/>
                </a:solidFill>
              </a:rPr>
              <a:t>new quantum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0632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</a:rPr>
              <a:t>Runs continuously as a user-space daemon — re-tags cgroups on a fixed interval; falls back to the default quantum when classification confidence is low.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Classification rules &amp; resulting quantum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95528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 pattern observed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Classified 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Quantum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Wake-ups ≥ 8/s and avg burst ≤ 6ms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Latency-sensitive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2 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I/O-wait ≥ 40% and wake-ups ≥ 3/s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Interactive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6 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Long bursts, low wake-up rate (default)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Batch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20 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732520" y="406908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91540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Why heuristic, not ML?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915400" y="455371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Threshold rules cost microseconds and need no training data or GPU — cheap enough to run on edge hardware, as proposed in Review 1.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What We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44"/>
                </a:solidFill>
              </a:rPr>
              <a:t>Single dependency-free C file (compiles with plain gcc, no libraries beyond libm). Implements the full pipeline: task model, SignalCollector, HeuristicClassifier, QuantumMapper, a fixed-quantum baseline scheduler, the context-aware adaptive scheduler, the discrete-time dispatch simulation, and the metrics + classifier-accuracy evaluation — all in one program.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2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collect_signals()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484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Signal Collector — samples I/O-wait, burst length, wake-ups, CPU share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32461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6484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Heuristic Classifier — 3 threshold rules -&gt; batch / interactive / latency-sensitive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quantum_for_type()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700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Quantum Mapper — classification -&gt; quantum (2 / 6 / 20 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42976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run_simulation()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700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Dispatch loop — round-robin over quanta, drives both schedulers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2A44"/>
                </a:solidFill>
              </a:rPr>
              <a:t>Scope note: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</a:rPr>
              <a:t>the prototype simulates scheduling at quantum granularity rather than patching the Linux kernel directly — this validates the classify-then-adapt logic end-to-end, which is what the deployment daemon described in Review 1 would do, without requiring kernel build access on lab machines.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9CF5"/>
                </a:solidFill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Code Walkthrough — Heuristic Classifier (C)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206240"/>
          </a:xfrm>
          <a:prstGeom prst="roundRect">
            <a:avLst>
              <a:gd name="adj" fmla="val 1304"/>
            </a:avLst>
          </a:prstGeom>
          <a:solidFill>
            <a:srgbClr val="0F17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TaskType classify(const Signals *s) {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(s-&gt;wake_ups_per_sec &gt;= 8.0 &amp;&amp;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s-&gt;avg_burst_ms &lt;= 6.0)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LATENCY_SENSITIVE;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(s-&gt;io_wait_ratio &gt;= 0.4 &amp;&amp;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s-&gt;wake_ups_per_sec &gt;= 3.0)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INTERACTIVE;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BATCH;   /* conservative default */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737360"/>
            <a:ext cx="4160520" cy="1143000"/>
          </a:xfrm>
          <a:prstGeom prst="roundRect">
            <a:avLst>
              <a:gd name="adj" fmla="val 5600"/>
            </a:avLst>
          </a:prstGeom>
          <a:solidFill>
            <a:srgbClr val="172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A"/>
                </a:solidFill>
              </a:rPr>
              <a:t>Plain C struct + three threshold checks — no model weights, no training loop, no external library.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3108960"/>
            <a:ext cx="4160520" cy="1143000"/>
          </a:xfrm>
          <a:prstGeom prst="roundRect">
            <a:avLst>
              <a:gd name="adj" fmla="val 5600"/>
            </a:avLst>
          </a:prstGeom>
          <a:solidFill>
            <a:srgbClr val="172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26680" y="3246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A"/>
                </a:solidFill>
              </a:rPr>
              <a:t>Compiles with gcc -O2 -Wall -lm; runs the full pipeline on every reschedule at negligible cost.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4480560"/>
            <a:ext cx="4160520" cy="1143000"/>
          </a:xfrm>
          <a:prstGeom prst="roundRect">
            <a:avLst>
              <a:gd name="adj" fmla="val 5600"/>
            </a:avLst>
          </a:prstGeom>
          <a:solidFill>
            <a:srgbClr val="17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46177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A"/>
                </a:solidFill>
              </a:rPr>
              <a:t>Deliberately conservative default: anything that doesn't match a specific pattern falls back to batch, the safest (least disruptive) class.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C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C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Results — Baseline vs. Context-Aware</a:t>
            </a:r>
            <a:endParaRPr lang="en-US" sz="2600" dirty="0"/>
          </a:p>
        </p:txBody>
      </p:sp>
      <p:pic>
        <p:nvPicPr>
          <p:cNvPr id="4" name="Image 0" descr="results_char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67512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Classifier accuracy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79.2%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176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</a:rPr>
              <a:t>vs. hidden ground-truth task type, under noisy observed signals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Interactive p95 latency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53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-34.8%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319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</a:rPr>
              <a:t>271.9ms → 177.2ms — the headline win: short tasks preempted back sooner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Batch completion time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096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-0.1%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4462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</a:rPr>
              <a:t>8,148.9ms → 8,138.1ms — essentially unchanged, as intended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4983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Fairness (CPU-share stdev)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5239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+50.5%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5605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</a:rPr>
              <a:t>worse than baseline — open issue, see next steps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What's Working, What's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What the prototype confirms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A44"/>
                </a:solidFill>
              </a:rPr>
              <a:t>Heuristic pipeline classifies correctly ~79% of the time with zero training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A44"/>
                </a:solidFill>
              </a:rPr>
              <a:t>Adaptive quantum cuts interactive p95 latency by ~35% under batch contention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A44"/>
                </a:solidFill>
              </a:rPr>
              <a:t>Batch throughput is essentially unaffected — no regression traded away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Open issues &amp; next steps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9659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A44"/>
                </a:solidFill>
              </a:rPr>
              <a:t>Fairness regressed — tune quantum ratios so latency-sensitive tasks don't starve batch entirely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A44"/>
                </a:solidFill>
              </a:rPr>
              <a:t>Replace synthetic profiles with traces from real cgroups v2 counters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A44"/>
                </a:solidFill>
              </a:rPr>
              <a:t>Add a confidence score to the classifier and validate the low-confidence fallback path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F2A44"/>
                </a:solidFill>
              </a:rPr>
              <a:t>Run on an actual Linux box with cgroup nice-weight writes instead of the simulator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The full prototype is a single C file (scheduler.c, no external libraries) — included separately for the demo.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Context-Aware CPU Scheduling — Review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2026-09-21T19:29:33Z</dcterms:created>
  <dcterms:modified xsi:type="dcterms:W3CDTF">2026-09-21T19:29:33Z</dcterms:modified>
</cp:coreProperties>
</file>